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COVER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4D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2823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{{note}}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530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DESIGN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2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04088" y="25603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25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493776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{{points}}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29400" y="566928"/>
            <a:ext cx="4919472" cy="5440680"/>
          </a:xfrm>
          <a:prstGeom prst="rect">
            <a:avLst/>
          </a:prstGeom>
          <a:solidFill>
            <a:srgbClr val="ECE7DC"/>
          </a:solidFill>
          <a:ln w="12700">
            <a:solidFill>
              <a:srgbClr val="0F766E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566928"/>
            <a:ext cx="4919472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{{image_1}}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PROJECT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4D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2823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{{note}}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868680"/>
            <a:ext cx="5623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76656" y="17830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52120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{{points}}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051560"/>
            <a:ext cx="4709160" cy="4297680"/>
          </a:xfrm>
          <a:prstGeom prst="rect">
            <a:avLst/>
          </a:prstGeom>
          <a:solidFill>
            <a:srgbClr val="F4F4F5">
              <a:alpha val="92000"/>
            </a:srgbClr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417320"/>
            <a:ext cx="406908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{{points}}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FD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ANALYSIS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2823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{{note}}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04088" y="17373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097280"/>
            <a:ext cx="54406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{{points}}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731520"/>
            <a:ext cx="0" cy="5029200"/>
          </a:xfrm>
          <a:prstGeom prst="line">
            <a:avLst/>
          </a:prstGeom>
          <a:noFill/>
          <a:ln w="17780">
            <a:solidFill>
              <a:srgbClr val="9FD3C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CONCEPT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4D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2823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{{note}}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868680"/>
            <a:ext cx="5623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76656" y="17830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52120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{{points}}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777240"/>
            <a:ext cx="4892040" cy="5257800"/>
          </a:xfrm>
          <a:prstGeom prst="rect">
            <a:avLst/>
          </a:prstGeom>
          <a:solidFill>
            <a:srgbClr val="ECE7DC"/>
          </a:solidFill>
          <a:ln w="12700">
            <a:solidFill>
              <a:srgbClr val="2563EB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777240"/>
            <a:ext cx="489204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{{image_1}}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RENDER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4D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2823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{{note}}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685800"/>
            <a:ext cx="6400800" cy="5257800"/>
          </a:xfrm>
          <a:prstGeom prst="rect">
            <a:avLst/>
          </a:prstGeom>
          <a:solidFill>
            <a:srgbClr val="ECE7DC"/>
          </a:solidFill>
          <a:ln w="12700">
            <a:solidFill>
              <a:srgbClr val="0F766E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85800"/>
            <a:ext cx="640080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{{image_1}}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06640" y="9601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424928" y="1874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52360" y="3703320"/>
            <a:ext cx="356616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{{points}}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MATERIAL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4D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2823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{{note}}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868680"/>
            <a:ext cx="5623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76656" y="17830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52120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{{points}}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777240"/>
            <a:ext cx="4892040" cy="5257800"/>
          </a:xfrm>
          <a:prstGeom prst="rect">
            <a:avLst/>
          </a:prstGeom>
          <a:solidFill>
            <a:srgbClr val="ECE7DC"/>
          </a:solidFill>
          <a:ln w="12700">
            <a:solidFill>
              <a:srgbClr val="C2410C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777240"/>
            <a:ext cx="489204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{{image_1}}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SUMMARY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2823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{{note}}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78408" y="1874520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960120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{{points}}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ppt-demo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Design Presentation Template</dc:title>
  <dc:subject>AI Design Presentation Placeholder Template</dc:subject>
  <dc:creator>ppt-demo</dc:creator>
  <cp:lastModifiedBy>ppt-demo</cp:lastModifiedBy>
  <cp:revision>1</cp:revision>
  <dcterms:created xsi:type="dcterms:W3CDTF">2026-05-07T09:43:38Z</dcterms:created>
  <dcterms:modified xsi:type="dcterms:W3CDTF">2026-05-07T09:43:38Z</dcterms:modified>
</cp:coreProperties>
</file>